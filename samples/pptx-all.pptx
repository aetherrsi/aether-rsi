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PowerPoint preview: every feature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 · title + subtitle placeholders (centre title)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· bullets and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0 bullet</a:t>
            </a:r>
          </a:p>
          <a:p>
            <a:pPr lvl="1"/>
            <a:r>
              <a:t>Level 1 bullet</a:t>
            </a:r>
          </a:p>
          <a:p>
            <a:pPr lvl="2"/>
            <a:r>
              <a:t>Level 2 bullet</a:t>
            </a:r>
          </a:p>
          <a:p>
            <a:pPr/>
            <a:r>
              <a:t>Back to level 0 with </a:t>
            </a:r>
            <a:r>
              <a:rPr b="1">
                <a:solidFill>
                  <a:srgbClr val="C02020"/>
                </a:solidFill>
              </a:rPr>
              <a:t>bold red run</a:t>
            </a:r>
          </a:p>
          <a:p>
            <a:pPr/>
            <a:r>
              <a:t>Line break inside a paragraph:</a:t>
            </a:r>
            <a:br/>
            <a:r>
              <a:t>second line of the same paragraph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Slide 3 · text boxes: size, colour, alignment, anchor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566160" cy="1828800"/>
          </a:xfrm>
          <a:prstGeom prst="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>
                <a:solidFill>
                  <a:srgbClr val="202020"/>
                </a:solidFill>
              </a:rPr>
              <a:t>aligned left</a:t>
            </a:r>
          </a:p>
          <a:p>
            <a:pPr algn="l"/>
            <a:r>
              <a:rPr>
                <a:solidFill>
                  <a:srgbClr val="202020"/>
                </a:solidFill>
              </a:rPr>
              <a:t>anchor 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1371600"/>
            <a:ext cx="3566160" cy="1828800"/>
          </a:xfrm>
          <a:prstGeom prst="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solidFill>
                  <a:srgbClr val="202020"/>
                </a:solidFill>
              </a:rPr>
              <a:t>aligned center</a:t>
            </a:r>
          </a:p>
          <a:p>
            <a:pPr algn="ctr"/>
            <a:r>
              <a:rPr>
                <a:solidFill>
                  <a:srgbClr val="202020"/>
                </a:solidFill>
              </a:rPr>
              <a:t>anchor middle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371600"/>
            <a:ext cx="3566160" cy="1828800"/>
          </a:xfrm>
          <a:prstGeom prst="rect">
            <a:avLst/>
          </a:prstGeom>
          <a:noFill/>
          <a:ln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>
                <a:solidFill>
                  <a:srgbClr val="202020"/>
                </a:solidFill>
              </a:rPr>
              <a:t>aligned right</a:t>
            </a:r>
          </a:p>
          <a:p>
            <a:pPr algn="r"/>
            <a:r>
              <a:rPr>
                <a:solidFill>
                  <a:srgbClr val="202020"/>
                </a:solidFill>
              </a:rPr>
              <a:t>anchor bottom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0">
                <a:solidFill>
                  <a:srgbClr val="13307A"/>
                </a:solidFill>
              </a:rPr>
              <a:t>12 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8404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i="1">
                <a:solidFill>
                  <a:srgbClr val="13307A"/>
                </a:solidFill>
              </a:rPr>
              <a:t>18 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8404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i="0">
                <a:solidFill>
                  <a:srgbClr val="13307A"/>
                </a:solidFill>
              </a:rPr>
              <a:t>28 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84048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i="1">
                <a:solidFill>
                  <a:srgbClr val="13307A"/>
                </a:solidFill>
              </a:rPr>
              <a:t>44 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long line that has to wrap inside its box. A long line that has to wrap inside its box. A long line that has to wrap inside its box. A long line that has to wrap inside its box.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 · filled shapes, outline, rounded, ellipse, theme fill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2560320" cy="2011680"/>
          </a:xfrm>
          <a:prstGeom prst="rect">
            <a:avLst/>
          </a:prstGeom>
          <a:solidFill>
            <a:srgbClr val="E84A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560320" cy="2011680"/>
          </a:xfrm>
          <a:prstGeom prst="roundRect">
            <a:avLst/>
          </a:prstGeom>
          <a:solidFill>
            <a:srgbClr val="2E9E5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5" name="Oval 4"/>
          <p:cNvSpPr/>
          <p:nvPr/>
        </p:nvSpPr>
        <p:spPr>
          <a:xfrm>
            <a:off x="6309360" y="1463040"/>
            <a:ext cx="2560320" cy="2011680"/>
          </a:xfrm>
          <a:prstGeom prst="ellipse">
            <a:avLst/>
          </a:prstGeom>
          <a:solidFill>
            <a:srgbClr val="3B6EE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ellipse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463040"/>
            <a:ext cx="256032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theme fill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5303520" cy="2194560"/>
          </a:xfrm>
          <a:prstGeom prst="rect">
            <a:avLst/>
          </a:prstGeom>
          <a:noFill/>
          <a:ln w="38100">
            <a:solidFill>
              <a:srgbClr val="E84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E84A3C"/>
                </a:solidFill>
              </a:rPr>
              <a:t>no fill, red outline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 · picture and table</a:t>
            </a:r>
          </a:p>
        </p:txBody>
      </p:sp>
      <p:pic>
        <p:nvPicPr>
          <p:cNvPr id="3" name="Sample pictur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86400" cy="36576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28016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54864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levels, runs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Pictures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png/jpg in the deck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text only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 slide 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Slide 6 · slide background + a group of shapes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28800" y="2286000"/>
            <a:ext cx="7680960" cy="2194560"/>
            <a:chOff x="1828800" y="2286000"/>
            <a:chExt cx="7680960" cy="2194560"/>
          </a:xfrm>
        </p:grpSpPr>
        <p:sp>
          <p:nvSpPr>
            <p:cNvPr id="4" name="Oval 3"/>
            <p:cNvSpPr/>
            <p:nvPr/>
          </p:nvSpPr>
          <p:spPr>
            <a:xfrm>
              <a:off x="1828800" y="2286000"/>
              <a:ext cx="2194560" cy="2194560"/>
            </a:xfrm>
            <a:prstGeom prst="ellipse">
              <a:avLst/>
            </a:prstGeom>
            <a:solidFill>
              <a:srgbClr val="F5B74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1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4572000" y="2286000"/>
              <a:ext cx="2194560" cy="2194560"/>
            </a:xfrm>
            <a:prstGeom prst="ellipse">
              <a:avLst/>
            </a:prstGeom>
            <a:solidFill>
              <a:srgbClr val="F5994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2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7315200" y="2286000"/>
              <a:ext cx="2194560" cy="2194560"/>
            </a:xfrm>
            <a:prstGeom prst="ellipse">
              <a:avLst/>
            </a:prstGeom>
            <a:solidFill>
              <a:srgbClr val="F57B4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· not covered: a chart (the title shows, the chart does not)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64592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